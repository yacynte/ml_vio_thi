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7C787C3-48A0-4E7B-8600-70722F9400A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19988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446D77-BC38-457B-97E7-E44CAFE4B2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AC9D20-28D4-498D-B025-CEFF5140B5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401580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199880"/>
            <a:ext cx="401580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1A81D4-96D1-4C86-8C14-B83F38825DF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0B8D34-4CA7-48CD-A318-5596047AFB6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920"/>
            <a:ext cx="822924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B831F0D-511E-4CE3-BFAC-C16488E5B3D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199880"/>
            <a:ext cx="401580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2972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C7FC16-5019-4250-911F-34522AD83DA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401580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199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2972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2EBC06-C532-4D20-AAD3-D18D424B25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199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297288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5FCD276-BD92-445C-8EAC-F9F19C340B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297288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C0C889-4748-413E-B7DB-96B2835A5C1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199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2972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2972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B9E980-9780-474E-B733-14AF1EA504B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19988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19988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297288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297288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297288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0EA256-E151-4C54-BC5B-DCC18FFFF73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A7E21A-E31F-48ED-8663-2F7D7698D3B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19988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6317CD-76EA-4266-A042-37BE1E4714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D232FE-8A6F-465A-8EA9-7B9F864AC8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401580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199880"/>
            <a:ext cx="401580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59CE12-AA14-454C-9A9A-901A3D53DB5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5D677E-7323-44D4-91CE-2A476722CC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05920"/>
            <a:ext cx="8229240" cy="3974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463134A-980F-4D2D-ACE8-22557BDFEB7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199880"/>
            <a:ext cx="401580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2972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9B99F4-C1F7-4629-92E0-66137FA3E70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4015800" cy="339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199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2972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BFFDE3A-B0C5-4762-82F2-4B8B34B0CC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199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297288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AB0CAE-D191-4497-8635-65BF44CF0D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2972880"/>
            <a:ext cx="822924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2B29C4-DF89-424C-9C78-D6EC9608EED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199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2972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2972880"/>
            <a:ext cx="40158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E455430-571E-4536-866E-BE395E06C3B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3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19988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19988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297288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297288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2972880"/>
            <a:ext cx="2649600" cy="1618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B50786-AF27-4817-944C-A7CB6B2CD90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476748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476748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476748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B90B1F1-86CD-4426-A516-4BC25C8423D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12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0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848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63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42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1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15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19988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457200" y="476748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3124080" y="4767480"/>
            <a:ext cx="289512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6553080" y="4767480"/>
            <a:ext cx="2133360" cy="273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FAE15E8-256A-4716-8824-790B1E20111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914400"/>
            <a:ext cx="7772040" cy="11023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IMU Pose Reconstruction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2743200"/>
            <a:ext cx="6400440" cy="131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0" lang="en-US" sz="3200" spc="-1" strike="noStrike">
                <a:solidFill>
                  <a:srgbClr val="8b8b8b"/>
                </a:solidFill>
                <a:latin typeface="Calibri"/>
              </a:rPr>
              <a:t>Analysis of KITTI Drive 2011_09_30_0020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Objective &amp; Data Source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Goal: Reconstruct 3D vehicle trajectory using IMU data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and fuse with visual data.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Dataset: KITTI Odometry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(2011_09_30_drive_0020_sync).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Input Data: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- Accelerometer (ax, ay, az)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- Gyroscope (wx, wy, wz)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- Timestamps (converted to delta_t)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Methodology: Error-State EKF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Architecture: Nominal State (Kinematics) + Error State (Noise).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State Vector: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- Position (p), Velocity (v), Orientation (q)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- Biases (b_acc, b_gyro)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Prediction Loop: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1. Integrate Angular Rate -&gt; Update orientation (Quaternion)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2. Rotate Accel to World Frame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3. Integrate Accel -&gt; Velocity -&gt; Position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Key Challenge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: Gravity</a:t>
            </a: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2200" spc="-1" strike="noStrike">
                <a:solidFill>
                  <a:srgbClr val="000000"/>
                </a:solidFill>
                <a:latin typeface="Calibri"/>
              </a:rPr>
              <a:t>Compensation</a:t>
            </a:r>
            <a:endParaRPr b="0" lang="en-US" sz="2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IMU measures Specific Force, not acceleration.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We must subtract gravity in the World Frame: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a_world = (R * f_body) - G_world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Crucial Dependency: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If Orientation (R) is wrong, Gravity is subtracted incorrectly.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This leaves wrong acceleration on X/Y axes.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The 'Straight Line' Drift Issue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57560" y="117756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Observation: Trajectory does not follow the ground truth of being a straight line with 180 degree turn from time to time.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Noto Sans CJK SC"/>
              </a:rPr>
              <a:t>Possible Causes: Initialization Error,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Consistent drift in acceleration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- Initialized with q=[0,0,0,1] (Identity).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- Failed to account for initial vehicle Pitch/Roll.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Result: A massive constant false acceleration masked the true turning motion.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Solution: Static Initial Alignment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Method: Calculate q0 using first IMU frame.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Roll (phi) = atan2(-ay, az)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Pitch (theta) = atan2(ax, sqrt(ay^2 + az^2))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Yaw (psi) = Obtained from OXTS heading.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Outcome: Corrected the Gravity Vector alignment, revealing true motion direction.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Results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[PLACEHOLDER:  trajectory plot here]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- Blue line: EKF Prediction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7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Conclusion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199880"/>
            <a:ext cx="8229240" cy="339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Implemented ES-EKF prediction step.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Validated that correct Attitude Initialization is critical for INS accuracy.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Next steps 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Update the pose from Visual Odometry.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Test SIFT features and compare with Shi-Tomasi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2025-11-25T18:44:47Z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